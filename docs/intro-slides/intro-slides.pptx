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オープニング" id="{6ef00242-2ff1-71b1-1532-db377755acb6}">
          <p14:sldIdLst>
            <p14:sldId id="256"/>
            <p14:sldId id="257"/>
            <p14:sldId id="258"/>
          </p14:sldIdLst>
        </p14:section>
        <p14:section name="営業とは" id="{aca8b950-6969-2935-7afd-4ef62aac1c4a}">
          <p14:sldIdLst>
            <p14:sldId id="259"/>
          </p14:sldIdLst>
        </p14:section>
        <p14:section name="MISSION" id="{4778d98d-714b-4460-bddc-191d83161348}">
          <p14:sldIdLst>
            <p14:sldId id="260"/>
            <p14:sldId id="261"/>
            <p14:sldId id="262"/>
          </p14:sldIdLst>
        </p14:section>
        <p14:section name="何を確認する？" id="{093d742f-b22b-78e2-0007-75513ff0aff8}">
          <p14:sldIdLst>
            <p14:sldId id="263"/>
            <p14:sldId id="264"/>
          </p14:sldIdLst>
        </p14:section>
        <p14:section name="お客様が実現したいこと" id="{53653d2a-5323-0b65-4b08-cc7a3a5f618c}">
          <p14:sldIdLst>
            <p14:sldId id="265"/>
            <p14:sldId id="266"/>
          </p14:sldIdLst>
        </p14:section>
        <p14:section name="放っておくと何が起きる？" id="{42091222-20f2-92a0-0661-b788a1b8c745}">
          <p14:sldIdLst>
            <p14:sldId id="267"/>
          </p14:sldIdLst>
        </p14:section>
        <p14:section name="光電センサの基本" id="{464ca698-2ae7-7145-98ef-2490920b428c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まとめ" id="{229daa57-6aaa-35a2-a2e5-eb9dd52cc8eb}">
          <p14:sldIdLst>
            <p14:sldId id="276"/>
            <p14:sldId id="277"/>
          </p14:sldIdLst>
        </p14:section>
        <p14:section name="YOUR MISSION" id="{42392609-1a70-27c8-f4d3-06c985c12eab}">
          <p14:sldIdLst>
            <p14:sldId id="278"/>
          </p14:sldIdLst>
        </p14:section>
        <p14:section name="エンディング" id="{bcc22517-0bec-b571-1464-7f20852e84c7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動画の位置：0:00〜0:05
■ ナレーション
「営業」と聞いて、皆さんはどんな仕事を想像するでしょうか。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動画の位置：0:05〜0:10
■ ナレーション
商品を紹介する。価格を伝える。もちろん、それも営業の仕事です。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
動画の位置：0:10〜0:15
■ ナレーション
でも、オプテックス・エフエーの営業は、それだけではありません。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営業とは
動画の位置：0:15〜0:27
■ ナレーション
お客様の話を聞き、現場で何が起きているのかを整理し、本当の課題を考え、最適な解決策を提案する。これが今回体験してもらう、コンサルティング営業です。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MISSION
動画の位置：0:27〜0:30
■ ナレーション
今回のお客様は、飲料工場です。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MISSION
動画の位置：0:30〜0:48
■ ナレーション
コンベア上を、中身の入ったペットボトルが次々と流れています。工場では光電センサを使って、ペットボトルの本数をカウントしています。ところが最近、センサが時々誤動作し、実際よりも多くカウントしてしまうという問題が起き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0:54.9 で止まる場所）
■ 問いかけ
営業である皆さんは、お客様に何を確認しますか？
■ 進め方
15秒で、ワークシートに1つ書こう。答えは言わせっぱなしでよい（正解は言わない）。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何を確認する？
動画の位置：0:48〜1:01
■ ナレーション
この課題を解決するために、営業である皆さんは、お客様に何を確認しますか？　センサの種類でしょうか。ペットボトルの形でしょうか。設置位置でしょうか。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何を確認する？
動画の位置：1:01〜1:05
■ ナレーション
実は、ここからが営業の仕事です。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お客様が実現したいこと
動画の位置：1:05〜1:19
■ ナレーション
大切なのは、いきなり「このセンサを使いましょう」と提案することではありません。まず確認するのは、「お客様は本当は、何を実現したいのか」ということです。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1:23.8 で止まる場所）
■ 問いかけ
誤カウントを放っておくと、現場では何が起きると思う？
■ 進め方
15秒、となりの人と話してみよう。答えは言わせっぱなしでよい（正解は言わない）。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放っておくと何が起きる？
動画の位置：1:19〜1:38
■ ナレーション
さらに重要なのは、その問題を放っておくと、何が起きるのか。カウントがずれる。数量確認が必要になる。人が確認する。作業時間が増える。センサの問題に見えていたものが、生産性や作業負担の問題につながっているかもし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
動画の位置：1:38〜1:52
■ ナレーション
提案の前に、光電センサの基本を押さえておきましょう。光電センサは、光を出し、その光の変化で、モノを検出するセンサです。光を出す側を「投光器」、受ける側を「受光器」と呼びます。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
動画の位置：1:52〜1:56
■ ナレーション
光の当て方の違いで、大きく3種類の方式に分かれます。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光電センサの基本：透過型
動画の位置：1:56〜2:12
■ ナレーション
1つめは「透過型」。投光器と受光器が、別々の筐体です。モノが光を遮ったら検出します。色や形に左右されにくく、長い距離でも安定して検出できます。ただし、両側に配線が必要です。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光電センサの基本：回帰反射型
動画の位置：2:12〜2:27
■ ナレーション
2つめは「回帰反射型」。投光と受光が1つの筐体です。反射板で折り返した光が、遮られたら検出します。配線は片側だけ。透過型に近い安定性で、設置がラクです。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光電センサの基本：回帰反射型
動画の位置：2:27〜2:31
■ ナレーション
鏡のように光るモノは、偏光フィルタ付きで対策します。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光電センサの基本：透明体専用
動画の位置：2:31〜2:44
■ ナレーション
回帰反射型には「透明体専用」タイプもあります。ペットボトルやガラスは光をほとんど通すので、見逃しがちです。透明体専用は、光がわずかに減る変化をとらえて検出します。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光電センサの基本：反射型
動画の位置：2:44〜2:56
■ ナレーション
3つめは「反射型」。モノに当たって返ってきた光で検出します。反射板が要らず、センサ1台で済むのが強みです。ただ、黒いモノは光が返りにくく、不安定になりがちです。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光電センサの基本：距離設定型（BGS）
動画の位置：2:56〜3:13
■ ナレーション
そこで「距離設定型（BGS）」です。普通の反射型は、光の「量」で判断します。BGSは三角測距で、光が受光素子の「どの位置」に戻ったかから距離を判別します。手前だけを検出するので、黒いモノや背景に強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まとめ：どれを選ぶ？
動画の位置：3:13〜3:33
■ ナレーション
確実さなら透過型、配線をラクにするなら回帰反射型。透明なモノは透明体専用、色や背景が気になるなら距離設定型。しかし、どれが高性能か、ではありません。今回のお客様には、どれが最適なのか。それを考えるのが営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考える時間（動画では 3:32.8 で止まる場所）
■ 問いかけ
今回のお客様のボトルは「透明」。どの方式が合いそう？
■ 進め方
15秒で、理由を1つ考えよう。答えは言わせっぱなしでよい（正解は言わない）。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MISSION
動画の位置：3:33〜3:49
■ ナレーション
皆さんにお願いするのは、センサを当てることではありません。お客様に質問し、情報を集め、本当の課題を考え、解決策を提案してください。まずはお客様に現状を確認します。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エンディング
動画の位置：3:49〜3:58
■ ナレーション
それでは、オプテックス・エフエーの営業になったつもりで、お客様の課題を解決してみましょう。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1" descr="導入動画 0:00〜0:05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2" descr="導入動画 0:05〜0:10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3" descr="導入動画 0:10〜0:15　オープニ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4" descr="導入動画 0:15〜0:27　営業と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5" descr="導入動画 0:27〜0:30　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6" descr="導入動画 0:30〜0:48　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営業である皆さんは、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お客様に何を確認しますか？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15秒で、ワークシートに1つ書こう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7" descr="導入動画 0:48〜1:01　何を確認す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8" descr="導入動画 1:01〜1:05　何を確認す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09" descr="導入動画 1:05〜1:19　お客様が実現したいこ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誤カウントを放っておくと、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現場では何が起きると思う？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15秒、となりの人と話してみよう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0" descr="導入動画 1:19〜1:38　放っておくと何が起きる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1" descr="導入動画 1:38〜1:52　光電センサの基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2" descr="導入動画 1:52〜1:56　光電センサの基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3" descr="導入動画 1:56〜2:12　光電センサの基本：透過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4" descr="導入動画 2:12〜2:27　光電センサの基本：回帰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5" descr="導入動画 2:27〜2:31　光電センサの基本：回帰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6" descr="導入動画 2:31〜2:44　光電センサの基本：透明体専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7" descr="導入動画 2:44〜2:56　光電センサの基本：反射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8" descr="導入動画 2:56〜3:13　光電センサの基本：距離設定型（BGS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19" descr="導入動画 3:13〜3:33　まとめ：どれを選ぶ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5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THINK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今回のお客様のボトルは「透明」。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どの方式が合いそう？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343400"/>
            <a:ext cx="1097280" cy="1097280"/>
          </a:xfrm>
          <a:prstGeom prst="ellipse">
            <a:avLst/>
          </a:prstGeom>
          <a:solidFill>
            <a:srgbClr val="E6001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434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4343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CE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15秒で、理由を1つ考えよう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20" descr="導入動画 3:33〜3:49　YOUR 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_21" descr="導入動画 3:49〜3:58　エンディン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コンサルティング営業体験　導入（動画のスライド版）</dc:title>
  <dc:subject>PptxGenJS Presentation</dc:subject>
  <dc:creator>OPTEX-FA 営業企画</dc:creator>
  <cp:lastModifiedBy>OPTEX-FA 営業企画</cp:lastModifiedBy>
  <cp:revision>1</cp:revision>
  <dcterms:created xsi:type="dcterms:W3CDTF">2026-10-15T05:06:57Z</dcterms:created>
  <dcterms:modified xsi:type="dcterms:W3CDTF">2026-10-15T05:06:57Z</dcterms:modified>
</cp:coreProperties>
</file>